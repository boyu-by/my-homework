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CB20E-5A26-49AF-A9DF-8B12E37FAEA0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C3967-9328-4F51-BAE1-C877519CF6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34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EEFA1-B978-F582-DB81-E7A1CAAEC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E7B44A-0BFA-F817-F548-1485BA26E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A0145E-B04C-D763-1D90-5D2C6131F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F43E-7715-48C0-8AC0-13876AAE33A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357141-676B-A911-EE1C-362AA9A5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904144-D57C-25EF-9B14-4868AB979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DEDE-B3F5-461F-9237-653BD6BBD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899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49479-2BBD-8004-37D8-E7420596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4B4D4A-FF82-7812-B556-8AC538032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513F52-B6E4-A7AE-F16A-68FC7B6E9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F43E-7715-48C0-8AC0-13876AAE33A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9A62DD-1EAB-3B30-7219-49E6571A8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45A5A6-2D63-BFE6-F22A-6ED646A7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DEDE-B3F5-461F-9237-653BD6BBD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525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B7727-6358-8BE3-8A49-C7E302C73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E93836-6F3D-77E6-DB89-65D090603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1819DA-4689-273A-1A45-3DCE5754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F43E-7715-48C0-8AC0-13876AAE33A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8358F1-AEE1-A1AB-A78B-2F1EDDE53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03FFE8-482C-BA5A-572E-5552B9956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DEDE-B3F5-461F-9237-653BD6BBD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74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50269-8D95-77E0-66E7-E8D64E97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DFAB27-6CDD-0650-49FF-F9C6704DB2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66C7CF-BF69-E5BB-A58D-0B25EB545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49CA07-1E1E-BFAB-758E-8DB769757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F43E-7715-48C0-8AC0-13876AAE33A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E4F465-97FB-9CD3-85E3-B85F8F610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F0CFB0-5C68-E258-8EF4-2BDFF76F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DEDE-B3F5-461F-9237-653BD6BBD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01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22796-2537-6FDF-5B65-EE553FEF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73D598-8FBD-FF30-F05D-3AF9FE29B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2BCA4E-6355-0683-A5F6-AA85E5257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67B6F61-0AC3-CD17-6CA0-F3F022527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D57297-0CB1-0C13-176E-1353A65598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C2E536-8AC8-7CC9-3EE7-99CE3CB79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F43E-7715-48C0-8AC0-13876AAE33A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080CAE-2365-0DF1-03EF-AB0C945C4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5A50615-B575-D952-3DBD-9087C958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DEDE-B3F5-461F-9237-653BD6BBD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20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81C77-F5DA-4FDB-31C8-70E3E2A7E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BE65B8-AF30-2FDF-0002-A077699C9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F43E-7715-48C0-8AC0-13876AAE33A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AD96C2-1242-C284-9402-FE7CD0D1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87A87B-9CF8-D493-13FA-7B22C4CD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DEDE-B3F5-461F-9237-653BD6BBD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63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96D881-CFEF-17C5-8481-64BE922C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F43E-7715-48C0-8AC0-13876AAE33A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97D795-BD76-9B8E-2408-10FB023E9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CC263F-1E2E-4FE9-7D2B-13C16C736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DEDE-B3F5-461F-9237-653BD6BBD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362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882CD-ECE0-8CFD-16E9-2ECA6BBE8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82CC95-65C0-12AA-B173-160A9FBFB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2F65E6-F628-7E77-4725-9313ED4E5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AC8290-CF6B-ECE9-985C-0C720ECFB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F43E-7715-48C0-8AC0-13876AAE33A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5EDBA7-841F-432E-CC22-FF463F03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14818F-8013-D7C9-FA3D-D1614930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DEDE-B3F5-461F-9237-653BD6BBD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67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4684E-CC0D-B260-A5F4-53ACB9E5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C2BF9B-F679-4E8A-41D5-10D1ED3F5D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35CDDB-D4BF-7556-E524-E5B605B6F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77400F-C61C-857E-7971-7D866F19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F43E-7715-48C0-8AC0-13876AAE33A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26D683-DDFB-3992-5CE7-07F2ECA6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C6A8EF-78D9-A925-CA04-D7B6819B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DEDE-B3F5-461F-9237-653BD6BBD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048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5824A-CDE0-CDCC-0A23-5F53E2E5D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924C25-E55D-5C61-ADE5-BA03DCCB7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03EF29-0AE3-8D49-559B-B1CCC119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F43E-7715-48C0-8AC0-13876AAE33A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6607C-046E-D768-EC84-EA27CF5EF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C6049A-EE5B-03EE-CF0C-937DB459A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DEDE-B3F5-461F-9237-653BD6BBD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808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B5560-EF4A-F9F5-AB19-3371D4BA8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D5B90D-AEAD-3861-2900-B071AFDD7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BDD6D0-8301-70ED-A9DF-198B2EED5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F43E-7715-48C0-8AC0-13876AAE33A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3D52CA-F9B0-DAB4-FCC4-8D9AE3AE0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51D669-46BA-2D5A-D74A-28B6698C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DEDE-B3F5-461F-9237-653BD6BBD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35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6D48DF-6518-71C0-B8D8-C9659E401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54F170-27A6-EAA4-7B38-B8E684E99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EB3B7E-737B-D403-6A66-71E0DA586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0F43E-7715-48C0-8AC0-13876AAE33A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489DA-3511-681E-8D73-9F1E24D06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3D7E3B-898B-3D98-EBE3-8C80F519F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2DEDE-B3F5-461F-9237-653BD6BBD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433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79541-2CFB-DEF7-1D92-C4A867854A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Lab3 </a:t>
            </a:r>
            <a:r>
              <a:rPr lang="zh-CN" altLang="en-US" dirty="0"/>
              <a:t>第五关讲解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AEA25C-925F-0077-B41A-8357A00F15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136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06948-6185-B4DD-7B27-92744F6EE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399FF0-6D38-B3D5-950E-C389C3DEF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首先，我们知道这一关和第三关一样，都是</a:t>
            </a:r>
            <a:r>
              <a:rPr lang="zh-CN" altLang="zh-CN" dirty="0"/>
              <a:t>传递</a:t>
            </a:r>
            <a:r>
              <a:rPr lang="en-US" altLang="zh-CN" dirty="0"/>
              <a:t>cookie</a:t>
            </a:r>
            <a:r>
              <a:rPr lang="zh-CN" altLang="zh-CN" dirty="0"/>
              <a:t>字符串给</a:t>
            </a:r>
            <a:r>
              <a:rPr lang="en-US" altLang="zh-CN" dirty="0"/>
              <a:t>touch3</a:t>
            </a:r>
            <a:r>
              <a:rPr lang="zh-CN" altLang="zh-CN" dirty="0"/>
              <a:t>函数。但是使用</a:t>
            </a:r>
            <a:r>
              <a:rPr lang="en-US" altLang="zh-CN" dirty="0" err="1"/>
              <a:t>rop</a:t>
            </a:r>
            <a:r>
              <a:rPr lang="zh-CN" altLang="zh-CN" dirty="0"/>
              <a:t>的攻击手段，使用</a:t>
            </a:r>
            <a:r>
              <a:rPr lang="en-US" altLang="zh-CN" dirty="0"/>
              <a:t>cookie</a:t>
            </a:r>
            <a:r>
              <a:rPr lang="zh-CN" altLang="zh-CN" dirty="0"/>
              <a:t>构造字符串，将</a:t>
            </a:r>
            <a:r>
              <a:rPr lang="en-US" altLang="zh-CN" dirty="0"/>
              <a:t>ASCII</a:t>
            </a:r>
            <a:r>
              <a:rPr lang="zh-CN" altLang="zh-CN" dirty="0"/>
              <a:t>码传递到</a:t>
            </a:r>
            <a:r>
              <a:rPr lang="en-US" altLang="zh-CN" dirty="0"/>
              <a:t>touch3</a:t>
            </a:r>
            <a:r>
              <a:rPr lang="zh-CN" altLang="zh-CN" dirty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987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E239A-5A17-0592-7866-BFDC3E28B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51F35D-F023-59E4-BE42-258BB719B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但我们给</a:t>
            </a:r>
            <a:r>
              <a:rPr lang="en-US" altLang="zh-CN" dirty="0" err="1"/>
              <a:t>getbuf</a:t>
            </a:r>
            <a:r>
              <a:rPr lang="en-US" altLang="zh-CN" dirty="0"/>
              <a:t> </a:t>
            </a:r>
            <a:r>
              <a:rPr lang="zh-CN" altLang="en-US" dirty="0"/>
              <a:t>打断点 然后</a:t>
            </a:r>
            <a:r>
              <a:rPr lang="en-US" altLang="zh-CN" dirty="0"/>
              <a:t>print </a:t>
            </a:r>
            <a:r>
              <a:rPr lang="en-US" altLang="zh-CN" dirty="0" err="1"/>
              <a:t>rsp</a:t>
            </a:r>
            <a:r>
              <a:rPr lang="zh-CN" altLang="en-US" dirty="0"/>
              <a:t>可以发现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02CF7E-58F0-D809-7547-A7D810AD4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719" y="2518228"/>
            <a:ext cx="5840447" cy="442685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8F7D241-5E6B-9DDE-5915-C9214380DE8C}"/>
              </a:ext>
            </a:extLst>
          </p:cNvPr>
          <p:cNvSpPr/>
          <p:nvPr/>
        </p:nvSpPr>
        <p:spPr>
          <a:xfrm>
            <a:off x="1741714" y="3033486"/>
            <a:ext cx="1074057" cy="1233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516305-30A4-F365-4F15-30D1A6A590AC}"/>
              </a:ext>
            </a:extLst>
          </p:cNvPr>
          <p:cNvSpPr/>
          <p:nvPr/>
        </p:nvSpPr>
        <p:spPr>
          <a:xfrm>
            <a:off x="1741713" y="4818743"/>
            <a:ext cx="1074057" cy="1233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69F0AE-D2AB-4E93-B4D9-8077B8792A56}"/>
              </a:ext>
            </a:extLst>
          </p:cNvPr>
          <p:cNvSpPr/>
          <p:nvPr/>
        </p:nvSpPr>
        <p:spPr>
          <a:xfrm>
            <a:off x="1741712" y="6609331"/>
            <a:ext cx="1074057" cy="1233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5677E1-8DE2-AF8C-D61E-895DCA0B349E}"/>
              </a:ext>
            </a:extLst>
          </p:cNvPr>
          <p:cNvSpPr txBox="1"/>
          <p:nvPr/>
        </p:nvSpPr>
        <p:spPr>
          <a:xfrm>
            <a:off x="7464781" y="2787525"/>
            <a:ext cx="4493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每次地址都不一样，也就是栈地址随机化</a:t>
            </a:r>
          </a:p>
        </p:txBody>
      </p:sp>
    </p:spTree>
    <p:extLst>
      <p:ext uri="{BB962C8B-B14F-4D97-AF65-F5344CB8AC3E}">
        <p14:creationId xmlns:p14="http://schemas.microsoft.com/office/powerpoint/2010/main" val="3658004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D757E-5CD4-539C-877B-FBEF1902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86AC2-8088-4014-18A7-B2997A211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再在</a:t>
            </a:r>
            <a:r>
              <a:rPr lang="en-US" altLang="zh-CN" dirty="0" err="1"/>
              <a:t>getbuf</a:t>
            </a:r>
            <a:r>
              <a:rPr lang="zh-CN" altLang="en-US" dirty="0"/>
              <a:t>函数最后打断点 搞一组测试密码 密码的最后放上</a:t>
            </a:r>
            <a:r>
              <a:rPr lang="en-US" altLang="zh-CN" dirty="0"/>
              <a:t>cookie </a:t>
            </a:r>
            <a:r>
              <a:rPr lang="zh-CN" altLang="en-US" dirty="0"/>
              <a:t>查询</a:t>
            </a:r>
            <a:r>
              <a:rPr lang="en-US" altLang="zh-CN" dirty="0"/>
              <a:t>cookie</a:t>
            </a:r>
            <a:r>
              <a:rPr lang="zh-CN" altLang="en-US" dirty="0"/>
              <a:t>的位置可以发现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F3D46F-FCAB-1DDF-4942-86B6F0443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18858"/>
            <a:ext cx="4335709" cy="26199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908BBC3-C3DC-D279-20E7-487D33166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639" y="2904954"/>
            <a:ext cx="4352501" cy="261994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26CCFCC-5877-2EB7-394A-F3358CF0D53F}"/>
              </a:ext>
            </a:extLst>
          </p:cNvPr>
          <p:cNvSpPr txBox="1"/>
          <p:nvPr/>
        </p:nvSpPr>
        <p:spPr>
          <a:xfrm>
            <a:off x="1959428" y="5992297"/>
            <a:ext cx="5729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它到栈顶的距离是不变的！ 也就是</a:t>
            </a:r>
            <a:r>
              <a:rPr lang="en-US" altLang="zh-CN" dirty="0"/>
              <a:t>8*9=72 </a:t>
            </a:r>
            <a:r>
              <a:rPr lang="zh-CN" altLang="en-US" dirty="0"/>
              <a:t>字节 即</a:t>
            </a:r>
            <a:r>
              <a:rPr lang="en-US" altLang="zh-CN" dirty="0"/>
              <a:t>0x48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5112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9CFAD5-26B3-74D3-2C3A-EA4D78C1C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568275-A513-9958-C136-B6126693B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我们可以推知我们要找的函数应该有以下功能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zh-CN" dirty="0"/>
              <a:t>需要将寄存器</a:t>
            </a:r>
            <a:r>
              <a:rPr lang="en-US" altLang="zh-CN" dirty="0"/>
              <a:t>%</a:t>
            </a:r>
            <a:r>
              <a:rPr lang="en-US" altLang="zh-CN" dirty="0" err="1"/>
              <a:t>rdi</a:t>
            </a:r>
            <a:r>
              <a:rPr lang="zh-CN" altLang="zh-CN" dirty="0"/>
              <a:t>的值设置为</a:t>
            </a:r>
            <a:r>
              <a:rPr lang="en-US" altLang="zh-CN" dirty="0"/>
              <a:t>cookie</a:t>
            </a:r>
            <a:r>
              <a:rPr lang="zh-CN" altLang="zh-CN" dirty="0"/>
              <a:t>字符串的指针，即存储</a:t>
            </a:r>
            <a:r>
              <a:rPr lang="en-US" altLang="zh-CN" dirty="0"/>
              <a:t>	cookie</a:t>
            </a:r>
            <a:r>
              <a:rPr lang="zh-CN" altLang="zh-CN" dirty="0"/>
              <a:t>字符串的地址。</a:t>
            </a:r>
          </a:p>
          <a:p>
            <a:pPr marL="0" indent="0">
              <a:buNone/>
            </a:pPr>
            <a:r>
              <a:rPr lang="en-US" altLang="zh-CN" dirty="0"/>
              <a:t>  	pop %</a:t>
            </a:r>
            <a:r>
              <a:rPr lang="en-US" altLang="zh-CN" dirty="0" err="1"/>
              <a:t>rdi</a:t>
            </a:r>
            <a:r>
              <a:rPr lang="en-US" altLang="zh-CN" dirty="0"/>
              <a:t>; ret</a:t>
            </a:r>
            <a:r>
              <a:rPr lang="zh-CN" altLang="zh-CN" dirty="0"/>
              <a:t>或者</a:t>
            </a:r>
            <a:r>
              <a:rPr lang="en-US" altLang="zh-CN" dirty="0" err="1"/>
              <a:t>pop+mov</a:t>
            </a:r>
            <a:endParaRPr lang="zh-CN" altLang="zh-CN" dirty="0"/>
          </a:p>
          <a:p>
            <a:r>
              <a:rPr lang="en-US" altLang="zh-CN" dirty="0"/>
              <a:t>2.</a:t>
            </a:r>
            <a:r>
              <a:rPr lang="zh-CN" altLang="zh-CN" dirty="0"/>
              <a:t>控制</a:t>
            </a:r>
            <a:r>
              <a:rPr lang="en-US" altLang="zh-CN" dirty="0" err="1"/>
              <a:t>rsp</a:t>
            </a:r>
            <a:r>
              <a:rPr lang="zh-CN" altLang="zh-CN" dirty="0"/>
              <a:t>获取当前栈指针，然后加上偏移量并传递给</a:t>
            </a:r>
            <a:r>
              <a:rPr lang="en-US" altLang="zh-CN" dirty="0" err="1"/>
              <a:t>rdi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r>
              <a:rPr lang="en-US" altLang="zh-CN" dirty="0"/>
              <a:t>  	mov %</a:t>
            </a:r>
            <a:r>
              <a:rPr lang="en-US" altLang="zh-CN" dirty="0" err="1"/>
              <a:t>rsp</a:t>
            </a:r>
            <a:r>
              <a:rPr lang="en-US" altLang="zh-CN" dirty="0"/>
              <a:t>, %</a:t>
            </a:r>
            <a:r>
              <a:rPr lang="en-US" altLang="zh-CN" dirty="0" err="1"/>
              <a:t>rax</a:t>
            </a:r>
            <a:r>
              <a:rPr lang="en-US" altLang="zh-CN" dirty="0"/>
              <a:t>; ret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	 add ( ),%</a:t>
            </a:r>
            <a:r>
              <a:rPr lang="en-US" altLang="zh-CN" dirty="0" err="1"/>
              <a:t>rax</a:t>
            </a:r>
            <a:r>
              <a:rPr lang="en-US" altLang="zh-CN" dirty="0"/>
              <a:t>; ret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	mov %</a:t>
            </a:r>
            <a:r>
              <a:rPr lang="en-US" altLang="zh-CN" dirty="0" err="1"/>
              <a:t>rax</a:t>
            </a:r>
            <a:r>
              <a:rPr lang="en-US" altLang="zh-CN" dirty="0"/>
              <a:t>, %</a:t>
            </a:r>
            <a:r>
              <a:rPr lang="en-US" altLang="zh-CN" dirty="0" err="1"/>
              <a:t>rdi</a:t>
            </a:r>
            <a:r>
              <a:rPr lang="en-US" altLang="zh-CN" dirty="0"/>
              <a:t>; ret</a:t>
            </a:r>
            <a:endParaRPr lang="zh-CN" altLang="zh-CN" dirty="0"/>
          </a:p>
          <a:p>
            <a:r>
              <a:rPr lang="en-US" altLang="zh-CN" dirty="0"/>
              <a:t>3.mov</a:t>
            </a:r>
            <a:r>
              <a:rPr lang="zh-CN" altLang="zh-CN" dirty="0"/>
              <a:t>获取字符串地址，并通过</a:t>
            </a:r>
            <a:r>
              <a:rPr lang="en-US" altLang="zh-CN" dirty="0" err="1"/>
              <a:t>rdi</a:t>
            </a:r>
            <a:r>
              <a:rPr lang="zh-CN" altLang="zh-CN" dirty="0"/>
              <a:t>传递给</a:t>
            </a:r>
            <a:r>
              <a:rPr lang="en-US" altLang="zh-CN" dirty="0"/>
              <a:t>touch3.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7028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BFF4F-C7C8-8196-2904-226F98C80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3299F5-2161-987E-27CA-56815BE56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我们知道</a:t>
            </a:r>
            <a:r>
              <a:rPr lang="en-US" altLang="zh-CN" dirty="0"/>
              <a:t>%</a:t>
            </a:r>
            <a:r>
              <a:rPr lang="en-US" altLang="zh-CN" dirty="0" err="1"/>
              <a:t>rdi</a:t>
            </a:r>
            <a:r>
              <a:rPr lang="en-US" altLang="zh-CN" dirty="0"/>
              <a:t> </a:t>
            </a:r>
            <a:r>
              <a:rPr lang="zh-CN" altLang="zh-CN" dirty="0"/>
              <a:t>必须等于</a:t>
            </a:r>
            <a:r>
              <a:rPr lang="en-US" altLang="zh-CN" dirty="0"/>
              <a:t> Cookie </a:t>
            </a:r>
            <a:r>
              <a:rPr lang="zh-CN" altLang="zh-CN" dirty="0"/>
              <a:t>字符串的绝对地址，而绝对地址</a:t>
            </a:r>
            <a:r>
              <a:rPr lang="en-US" altLang="zh-CN" dirty="0"/>
              <a:t> = </a:t>
            </a:r>
            <a:r>
              <a:rPr lang="zh-CN" altLang="zh-CN" dirty="0"/>
              <a:t>劫持发生时的栈指针</a:t>
            </a:r>
            <a:r>
              <a:rPr lang="en-US" altLang="zh-CN" dirty="0"/>
              <a:t> (%</a:t>
            </a:r>
            <a:r>
              <a:rPr lang="en-US" altLang="zh-CN" dirty="0" err="1"/>
              <a:t>rsp</a:t>
            </a:r>
            <a:r>
              <a:rPr lang="en-US" altLang="zh-CN" dirty="0"/>
              <a:t>) + </a:t>
            </a:r>
            <a:r>
              <a:rPr lang="zh-CN" altLang="zh-CN" dirty="0"/>
              <a:t>固定偏移量，</a:t>
            </a:r>
            <a:endParaRPr lang="en-US" altLang="zh-CN" dirty="0"/>
          </a:p>
          <a:p>
            <a:r>
              <a:rPr lang="zh-CN" altLang="en-US" dirty="0"/>
              <a:t>所以我们需要一个加法指令，我想到了</a:t>
            </a:r>
            <a:r>
              <a:rPr lang="en-US" altLang="zh-CN" dirty="0"/>
              <a:t>lea</a:t>
            </a:r>
            <a:r>
              <a:rPr lang="zh-CN" altLang="en-US" dirty="0"/>
              <a:t>，通过查找发现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833EC7C-F5CA-1406-1295-E0E3348D9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836" y="3222761"/>
            <a:ext cx="8269278" cy="134439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71E7374-7799-CA46-FABD-CA3E9530C63D}"/>
              </a:ext>
            </a:extLst>
          </p:cNvPr>
          <p:cNvSpPr txBox="1"/>
          <p:nvPr/>
        </p:nvSpPr>
        <p:spPr>
          <a:xfrm>
            <a:off x="1422400" y="5217885"/>
            <a:ext cx="8948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它要求左边参数必须在</a:t>
            </a:r>
            <a:r>
              <a:rPr lang="en-US" altLang="zh-CN" dirty="0"/>
              <a:t> %</a:t>
            </a:r>
            <a:r>
              <a:rPr lang="en-US" altLang="zh-CN" dirty="0" err="1"/>
              <a:t>rdi</a:t>
            </a:r>
            <a:r>
              <a:rPr lang="en-US" altLang="zh-CN" dirty="0"/>
              <a:t> </a:t>
            </a:r>
            <a:r>
              <a:rPr lang="zh-CN" altLang="zh-CN" dirty="0"/>
              <a:t>里，右边参数必须在</a:t>
            </a:r>
            <a:r>
              <a:rPr lang="en-US" altLang="zh-CN" dirty="0"/>
              <a:t> %</a:t>
            </a:r>
            <a:r>
              <a:rPr lang="en-US" altLang="zh-CN" dirty="0" err="1"/>
              <a:t>rsi</a:t>
            </a:r>
            <a:r>
              <a:rPr lang="en-US" altLang="zh-CN" dirty="0"/>
              <a:t> </a:t>
            </a:r>
            <a:r>
              <a:rPr lang="zh-CN" altLang="zh-CN" dirty="0"/>
              <a:t>里，那我们一部分一部分来看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321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553EC-01B1-6791-FA08-24F5C127B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467C34-05A1-94B7-F89C-F3F43FE8F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先看左边</a:t>
            </a:r>
            <a:endParaRPr lang="en-US" altLang="zh-CN" sz="2000" dirty="0"/>
          </a:p>
          <a:p>
            <a:r>
              <a:rPr lang="zh-CN" altLang="zh-CN" sz="2000" dirty="0"/>
              <a:t>先想办法把</a:t>
            </a:r>
            <a:r>
              <a:rPr lang="en-US" altLang="zh-CN" sz="2000" dirty="0"/>
              <a:t>%</a:t>
            </a:r>
            <a:r>
              <a:rPr lang="en-US" altLang="zh-CN" sz="2000" dirty="0" err="1"/>
              <a:t>rsp</a:t>
            </a:r>
            <a:r>
              <a:rPr lang="zh-CN" altLang="zh-CN" sz="2000" dirty="0"/>
              <a:t>放进</a:t>
            </a:r>
            <a:r>
              <a:rPr lang="en-US" altLang="zh-CN" sz="2000" dirty="0"/>
              <a:t>%</a:t>
            </a:r>
            <a:r>
              <a:rPr lang="en-US" altLang="zh-CN" sz="2000" dirty="0" err="1"/>
              <a:t>rdi</a:t>
            </a:r>
            <a:r>
              <a:rPr lang="zh-CN" altLang="zh-CN" sz="2000" dirty="0"/>
              <a:t>中，想到</a:t>
            </a:r>
            <a:r>
              <a:rPr lang="en-US" altLang="zh-CN" sz="2000" dirty="0"/>
              <a:t>mov</a:t>
            </a:r>
            <a:r>
              <a:rPr lang="zh-CN" altLang="zh-CN" sz="2000" dirty="0"/>
              <a:t>指令</a:t>
            </a:r>
          </a:p>
          <a:p>
            <a:r>
              <a:rPr lang="zh-CN" altLang="zh-CN" sz="2000" dirty="0"/>
              <a:t>最先想的是找</a:t>
            </a:r>
            <a:r>
              <a:rPr lang="en-US" altLang="zh-CN" sz="2000" dirty="0"/>
              <a:t>mov %</a:t>
            </a:r>
            <a:r>
              <a:rPr lang="en-US" altLang="zh-CN" sz="2000" dirty="0" err="1"/>
              <a:t>rsp</a:t>
            </a:r>
            <a:r>
              <a:rPr lang="en-US" altLang="zh-CN" sz="2000" dirty="0"/>
              <a:t>, %</a:t>
            </a:r>
            <a:r>
              <a:rPr lang="en-US" altLang="zh-CN" sz="2000" dirty="0" err="1"/>
              <a:t>rdi</a:t>
            </a:r>
            <a:r>
              <a:rPr lang="en-US" altLang="zh-CN" sz="2000" dirty="0"/>
              <a:t> </a:t>
            </a:r>
            <a:r>
              <a:rPr lang="zh-CN" altLang="zh-CN" sz="2000" dirty="0"/>
              <a:t>搜索</a:t>
            </a:r>
            <a:r>
              <a:rPr lang="en-US" altLang="zh-CN" sz="2000" dirty="0"/>
              <a:t>mov</a:t>
            </a:r>
            <a:r>
              <a:rPr lang="zh-CN" altLang="zh-CN" sz="2000" dirty="0"/>
              <a:t>指令 发现好像没有什么直达的通道，于是继续中转</a:t>
            </a:r>
          </a:p>
          <a:p>
            <a:r>
              <a:rPr lang="zh-CN" altLang="zh-CN" sz="2000" dirty="0"/>
              <a:t>先找</a:t>
            </a:r>
            <a:r>
              <a:rPr lang="en-US" altLang="zh-CN" sz="2000" dirty="0"/>
              <a:t>48 89 +c3</a:t>
            </a:r>
            <a:r>
              <a:rPr lang="zh-CN" altLang="zh-CN" sz="2000" dirty="0"/>
              <a:t>的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8FA73F-D58E-E600-1FC8-2505BC378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39331"/>
            <a:ext cx="7506531" cy="10544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D42B815-097F-42F4-4F62-3E14CA5B7E69}"/>
              </a:ext>
            </a:extLst>
          </p:cNvPr>
          <p:cNvSpPr txBox="1"/>
          <p:nvPr/>
        </p:nvSpPr>
        <p:spPr>
          <a:xfrm>
            <a:off x="1240972" y="5062201"/>
            <a:ext cx="3875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这一条可以</a:t>
            </a:r>
            <a:r>
              <a:rPr lang="en-US" altLang="zh-CN" dirty="0"/>
              <a:t>mov %</a:t>
            </a:r>
            <a:r>
              <a:rPr lang="en-US" altLang="zh-CN" dirty="0" err="1"/>
              <a:t>rsp</a:t>
            </a:r>
            <a:r>
              <a:rPr lang="en-US" altLang="zh-CN" dirty="0"/>
              <a:t> %</a:t>
            </a:r>
            <a:r>
              <a:rPr lang="en-US" altLang="zh-CN" dirty="0" err="1"/>
              <a:t>rax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91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9B879-51EE-ABF9-2622-B7F97D5E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E6919E-7359-E268-F2C7-BCED6CD4D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再找</a:t>
            </a:r>
            <a:r>
              <a:rPr lang="en-US" altLang="zh-CN" dirty="0" err="1"/>
              <a:t>rax</a:t>
            </a:r>
            <a:r>
              <a:rPr lang="en-US" altLang="zh-CN" dirty="0"/>
              <a:t>-&gt;</a:t>
            </a:r>
            <a:r>
              <a:rPr lang="en-US" altLang="zh-CN" dirty="0" err="1"/>
              <a:t>rdi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5B5EC3-EAEA-9416-503D-E00BC2168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759120"/>
            <a:ext cx="8712200" cy="131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9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878660-39C7-F9E2-9FCB-3EAD2F30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DA81D9-2B53-181D-E53C-088E47F78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397"/>
            <a:ext cx="10515600" cy="4351338"/>
          </a:xfrm>
        </p:spPr>
        <p:txBody>
          <a:bodyPr/>
          <a:lstStyle/>
          <a:p>
            <a:r>
              <a:rPr lang="zh-CN" altLang="zh-CN" dirty="0"/>
              <a:t>左部分找完了，考虑右半部分</a:t>
            </a:r>
          </a:p>
          <a:p>
            <a:r>
              <a:rPr lang="en-US" altLang="zh-CN" dirty="0"/>
              <a:t>48</a:t>
            </a:r>
            <a:r>
              <a:rPr lang="zh-CN" altLang="zh-CN" dirty="0"/>
              <a:t>可以从栈顶拿，也就是可以</a:t>
            </a:r>
            <a:r>
              <a:rPr lang="en-US" altLang="zh-CN" dirty="0"/>
              <a:t>pop</a:t>
            </a:r>
            <a:r>
              <a:rPr lang="zh-CN" altLang="zh-CN" dirty="0"/>
              <a:t>到一个寄存器</a:t>
            </a:r>
          </a:p>
          <a:p>
            <a:r>
              <a:rPr lang="zh-CN" altLang="en-US" dirty="0"/>
              <a:t>找到了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F16A73-4CB5-509B-301B-480315D5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367" y="3016884"/>
            <a:ext cx="7889174" cy="130111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5861BE9-A3F1-C90F-9B6B-4CB8584050D6}"/>
              </a:ext>
            </a:extLst>
          </p:cNvPr>
          <p:cNvSpPr txBox="1"/>
          <p:nvPr/>
        </p:nvSpPr>
        <p:spPr>
          <a:xfrm>
            <a:off x="2510971" y="5036457"/>
            <a:ext cx="352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也就是存到了</a:t>
            </a:r>
            <a:r>
              <a:rPr lang="en-US" altLang="zh-CN" dirty="0" err="1"/>
              <a:t>rax</a:t>
            </a:r>
            <a:r>
              <a:rPr lang="zh-CN" altLang="en-US" dirty="0"/>
              <a:t>里面</a:t>
            </a:r>
          </a:p>
        </p:txBody>
      </p:sp>
    </p:spTree>
    <p:extLst>
      <p:ext uri="{BB962C8B-B14F-4D97-AF65-F5344CB8AC3E}">
        <p14:creationId xmlns:p14="http://schemas.microsoft.com/office/powerpoint/2010/main" val="3915390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B2002-E0C8-DD95-68E8-1F181874C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4EB0C7-F061-817A-2F38-1BEE2A603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这时候我们逆向分析，找一下有没有能传入</a:t>
            </a:r>
            <a:r>
              <a:rPr lang="en-US" altLang="zh-CN" dirty="0" err="1"/>
              <a:t>esi</a:t>
            </a:r>
            <a:r>
              <a:rPr lang="zh-CN" altLang="zh-CN" dirty="0"/>
              <a:t>的，也就是搜索</a:t>
            </a:r>
            <a:r>
              <a:rPr lang="en-US" altLang="zh-CN" dirty="0"/>
              <a:t>89 </a:t>
            </a:r>
            <a:r>
              <a:rPr lang="en-US" altLang="zh-CN" dirty="0" err="1"/>
              <a:t>ce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找到这个是从</a:t>
            </a:r>
            <a:r>
              <a:rPr lang="en-US" altLang="zh-CN" dirty="0" err="1"/>
              <a:t>ecx</a:t>
            </a:r>
            <a:r>
              <a:rPr lang="zh-CN" altLang="zh-CN" dirty="0"/>
              <a:t>传入</a:t>
            </a:r>
            <a:r>
              <a:rPr lang="en-US" altLang="zh-CN" dirty="0" err="1"/>
              <a:t>esi</a:t>
            </a:r>
            <a:r>
              <a:rPr lang="zh-CN" altLang="zh-CN" dirty="0"/>
              <a:t>，再去找有没有能传入</a:t>
            </a:r>
            <a:r>
              <a:rPr lang="en-US" altLang="zh-CN" dirty="0" err="1"/>
              <a:t>ecx</a:t>
            </a:r>
            <a:r>
              <a:rPr lang="zh-CN" altLang="zh-CN" dirty="0"/>
              <a:t>的，也就是搜索</a:t>
            </a:r>
            <a:r>
              <a:rPr lang="en-US" altLang="zh-CN" dirty="0"/>
              <a:t>89 d1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0C0165-533E-1882-F45B-EBB9E33A5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143" y="2386465"/>
            <a:ext cx="9225380" cy="14815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273FB69-0C7C-37EB-DDFD-0D20E7EBE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343" y="5295628"/>
            <a:ext cx="7884937" cy="11972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DF895CC-51A4-69D8-7B54-F6671F625FE5}"/>
              </a:ext>
            </a:extLst>
          </p:cNvPr>
          <p:cNvSpPr txBox="1"/>
          <p:nvPr/>
        </p:nvSpPr>
        <p:spPr>
          <a:xfrm>
            <a:off x="1698171" y="6534834"/>
            <a:ext cx="8621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找到这个是从</a:t>
            </a:r>
            <a:r>
              <a:rPr lang="en-US" altLang="zh-CN" dirty="0" err="1"/>
              <a:t>edx</a:t>
            </a:r>
            <a:r>
              <a:rPr lang="zh-CN" altLang="zh-CN" dirty="0"/>
              <a:t>传入</a:t>
            </a:r>
            <a:r>
              <a:rPr lang="en-US" altLang="zh-CN" dirty="0" err="1"/>
              <a:t>ecx</a:t>
            </a:r>
            <a:r>
              <a:rPr lang="zh-CN" altLang="zh-CN" dirty="0"/>
              <a:t>，再去找，搜索</a:t>
            </a:r>
            <a:r>
              <a:rPr lang="en-US" altLang="zh-CN" dirty="0"/>
              <a:t>89 c2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3441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2D674-EBCD-DE10-784D-3A0A8F51F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2860B2A-227C-C56A-DF52-E70D8B8A22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2004" y="1690688"/>
            <a:ext cx="6924675" cy="14763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92F7FD3-94C5-4E48-06FE-07942025FDBE}"/>
              </a:ext>
            </a:extLst>
          </p:cNvPr>
          <p:cNvSpPr txBox="1"/>
          <p:nvPr/>
        </p:nvSpPr>
        <p:spPr>
          <a:xfrm>
            <a:off x="658453" y="3374571"/>
            <a:ext cx="10875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这个是从</a:t>
            </a:r>
            <a:r>
              <a:rPr lang="en-US" altLang="zh-CN" dirty="0" err="1"/>
              <a:t>eax</a:t>
            </a:r>
            <a:r>
              <a:rPr lang="zh-CN" altLang="zh-CN" dirty="0"/>
              <a:t>传入</a:t>
            </a:r>
            <a:r>
              <a:rPr lang="en-US" altLang="zh-CN" dirty="0" err="1"/>
              <a:t>edx</a:t>
            </a:r>
            <a:r>
              <a:rPr lang="zh-CN" altLang="zh-CN" dirty="0"/>
              <a:t>，而我们刚刚已经实现了从栈顶取出</a:t>
            </a:r>
            <a:r>
              <a:rPr lang="en-US" altLang="zh-CN" dirty="0"/>
              <a:t>48</a:t>
            </a:r>
            <a:r>
              <a:rPr lang="zh-CN" altLang="zh-CN" dirty="0"/>
              <a:t>放入</a:t>
            </a:r>
            <a:r>
              <a:rPr lang="en-US" altLang="zh-CN" dirty="0" err="1"/>
              <a:t>rax</a:t>
            </a:r>
            <a:r>
              <a:rPr lang="zh-CN" altLang="zh-CN" dirty="0"/>
              <a:t>，也就是说我们成功构建了一条路线！</a:t>
            </a:r>
          </a:p>
          <a:p>
            <a:r>
              <a:rPr lang="en-US" altLang="zh-CN" dirty="0" err="1"/>
              <a:t>rax</a:t>
            </a:r>
            <a:r>
              <a:rPr lang="zh-CN" altLang="zh-CN" dirty="0"/>
              <a:t>→</a:t>
            </a:r>
            <a:r>
              <a:rPr lang="en-US" altLang="zh-CN" dirty="0" err="1"/>
              <a:t>edx</a:t>
            </a:r>
            <a:r>
              <a:rPr lang="zh-CN" altLang="zh-CN" dirty="0"/>
              <a:t>→</a:t>
            </a:r>
            <a:r>
              <a:rPr lang="en-US" altLang="zh-CN" dirty="0" err="1"/>
              <a:t>ecx</a:t>
            </a:r>
            <a:r>
              <a:rPr lang="zh-CN" altLang="zh-CN" dirty="0"/>
              <a:t>→</a:t>
            </a:r>
            <a:r>
              <a:rPr lang="en-US" altLang="zh-CN" dirty="0" err="1"/>
              <a:t>esi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8FF8C7-4621-8B53-544D-B542A8DD3AEB}"/>
              </a:ext>
            </a:extLst>
          </p:cNvPr>
          <p:cNvSpPr txBox="1"/>
          <p:nvPr/>
        </p:nvSpPr>
        <p:spPr>
          <a:xfrm>
            <a:off x="529772" y="4162585"/>
            <a:ext cx="82798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然后我们再看最初的那条</a:t>
            </a:r>
            <a:r>
              <a:rPr lang="en-US" altLang="zh-CN" dirty="0"/>
              <a:t>add</a:t>
            </a:r>
            <a:r>
              <a:rPr lang="zh-CN" altLang="zh-CN" dirty="0"/>
              <a:t>函数，是加到了</a:t>
            </a:r>
            <a:r>
              <a:rPr lang="en-US" altLang="zh-CN" dirty="0" err="1"/>
              <a:t>rax</a:t>
            </a:r>
            <a:r>
              <a:rPr lang="zh-CN" altLang="zh-CN" dirty="0"/>
              <a:t>里面，但我们最终要</a:t>
            </a:r>
            <a:r>
              <a:rPr lang="en-US" altLang="zh-CN" dirty="0" err="1"/>
              <a:t>rdi</a:t>
            </a:r>
            <a:r>
              <a:rPr lang="zh-CN" altLang="zh-CN" dirty="0"/>
              <a:t>去传参，</a:t>
            </a:r>
            <a:endParaRPr lang="en-US" altLang="zh-CN" dirty="0"/>
          </a:p>
          <a:p>
            <a:r>
              <a:rPr lang="zh-CN" altLang="zh-CN" dirty="0"/>
              <a:t>所以还需要移动一步，也就是</a:t>
            </a:r>
            <a:r>
              <a:rPr lang="en-US" altLang="zh-CN" dirty="0"/>
              <a:t>mov %</a:t>
            </a:r>
            <a:r>
              <a:rPr lang="en-US" altLang="zh-CN" dirty="0" err="1"/>
              <a:t>rax</a:t>
            </a:r>
            <a:r>
              <a:rPr lang="en-US" altLang="zh-CN" dirty="0"/>
              <a:t>, %</a:t>
            </a:r>
            <a:r>
              <a:rPr lang="en-US" altLang="zh-CN" dirty="0" err="1"/>
              <a:t>rdi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EC1BF5-E734-1213-7485-082E34111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039" y="4977057"/>
            <a:ext cx="8201783" cy="128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54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9A70CB-7FB1-24BB-D3B2-FD248F79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7EA69E-5170-08B2-79F3-D5A262B9B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最后一步 编写密码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DA51A1-66BA-405A-CA5B-AF63B1218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596" y="2398939"/>
            <a:ext cx="8039504" cy="362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546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7F3C1E-2224-0504-C2F2-0CBA3CB12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811C86-A2DC-F49F-3FD2-599C6C072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输入即可通关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88DA9BB-A6A4-2747-2727-DC938EE0A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231" y="2935832"/>
            <a:ext cx="9109912" cy="21309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4006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</Words>
  <Application>Microsoft Office PowerPoint</Application>
  <PresentationFormat>宽屏</PresentationFormat>
  <Paragraphs>39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Lab3 第五关讲解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2496650367@qq.com</dc:creator>
  <cp:lastModifiedBy>2496650367@qq.com</cp:lastModifiedBy>
  <cp:revision>1</cp:revision>
  <dcterms:created xsi:type="dcterms:W3CDTF">2026-05-08T01:36:34Z</dcterms:created>
  <dcterms:modified xsi:type="dcterms:W3CDTF">2026-05-08T01:36:38Z</dcterms:modified>
</cp:coreProperties>
</file>